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mitake-sms — 架構圖表合輯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架構 5 張 + Wiki 11 張 ｜ 來源 doc/architecture.md + GitNexus Wiki ｜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01｜心智圖</a:t>
            </a:r>
          </a:p>
        </p:txBody>
      </p:sp>
      <p:pic>
        <p:nvPicPr>
          <p:cNvPr id="3" name="Picture 2" descr="mitake-sms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738579"/>
            <a:ext cx="11551615" cy="4066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02｜流程圖</a:t>
            </a:r>
          </a:p>
        </p:txBody>
      </p:sp>
      <p:pic>
        <p:nvPicPr>
          <p:cNvPr id="3" name="Picture 2" descr="mitake-sms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483" y="1005840"/>
            <a:ext cx="2282727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03｜系統架構圖</a:t>
            </a:r>
          </a:p>
        </p:txBody>
      </p:sp>
      <p:pic>
        <p:nvPicPr>
          <p:cNvPr id="3" name="Picture 2" descr="mitake-sms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802" y="1005840"/>
            <a:ext cx="6798091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04｜序列圖</a:t>
            </a:r>
          </a:p>
        </p:txBody>
      </p:sp>
      <p:pic>
        <p:nvPicPr>
          <p:cNvPr id="3" name="Picture 2" descr="mitake-sms-04-序列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746" y="1005840"/>
            <a:ext cx="3464202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05｜狀態圖</a:t>
            </a:r>
          </a:p>
        </p:txBody>
      </p:sp>
      <p:pic>
        <p:nvPicPr>
          <p:cNvPr id="3" name="Picture 2" descr="mitake-sms-05-狀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864" y="1005840"/>
            <a:ext cx="5269966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Wiki 補充 — GitNexus 知識圖譜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Wiki｜api-layer 01</a:t>
            </a:r>
          </a:p>
        </p:txBody>
      </p:sp>
      <p:pic>
        <p:nvPicPr>
          <p:cNvPr id="3" name="Picture 2" descr="wiki-api-layer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3315139"/>
            <a:ext cx="11551615" cy="91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Wiki｜other-20260729-mitake-sms 01</a:t>
            </a:r>
          </a:p>
        </p:txBody>
      </p:sp>
      <p:pic>
        <p:nvPicPr>
          <p:cNvPr id="3" name="Picture 2" descr="wiki-other-20260729-mitake-sm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076" y="1005840"/>
            <a:ext cx="2297541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Wiki｜other-20260729-mitake-sms 02</a:t>
            </a:r>
          </a:p>
        </p:txBody>
      </p:sp>
      <p:pic>
        <p:nvPicPr>
          <p:cNvPr id="3" name="Picture 2" descr="wiki-other-20260729-mitake-sm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193414"/>
            <a:ext cx="11551615" cy="51569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Wiki｜other-deploy 01</a:t>
            </a:r>
          </a:p>
        </p:txBody>
      </p:sp>
      <p:pic>
        <p:nvPicPr>
          <p:cNvPr id="3" name="Picture 2" descr="wiki-other-deploy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910" y="1005840"/>
            <a:ext cx="7225874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Wiki｜other-doc 01</a:t>
            </a:r>
          </a:p>
        </p:txBody>
      </p:sp>
      <p:pic>
        <p:nvPicPr>
          <p:cNvPr id="3" name="Picture 2" descr="wiki-other-do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305" y="1005840"/>
            <a:ext cx="4469085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Wiki｜other-readme-md 01</a:t>
            </a:r>
          </a:p>
        </p:txBody>
      </p:sp>
      <p:pic>
        <p:nvPicPr>
          <p:cNvPr id="3" name="Picture 2" descr="wiki-other-readme-m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231" y="1005840"/>
            <a:ext cx="5605231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Wiki｜other-requirements-txt 01</a:t>
            </a:r>
          </a:p>
        </p:txBody>
      </p:sp>
      <p:pic>
        <p:nvPicPr>
          <p:cNvPr id="3" name="Picture 2" descr="wiki-other-requirements-txt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224884"/>
            <a:ext cx="11551615" cy="50940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Wiki｜other-tests 01</a:t>
            </a:r>
          </a:p>
        </p:txBody>
      </p:sp>
      <p:pic>
        <p:nvPicPr>
          <p:cNvPr id="3" name="Picture 2" descr="wiki-other-test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038705"/>
            <a:ext cx="11551615" cy="54663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Wiki｜other-web 01</a:t>
            </a:r>
          </a:p>
        </p:txBody>
      </p:sp>
      <p:pic>
        <p:nvPicPr>
          <p:cNvPr id="3" name="Picture 2" descr="wiki-other-web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807" y="1005840"/>
            <a:ext cx="6796081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Wiki｜overview 01</a:t>
            </a:r>
          </a:p>
        </p:txBody>
      </p:sp>
      <p:pic>
        <p:nvPicPr>
          <p:cNvPr id="3" name="Picture 2" descr="wiki-overview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940" y="1005840"/>
            <a:ext cx="4459814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Wiki｜web-templates 01</a:t>
            </a:r>
          </a:p>
        </p:txBody>
      </p:sp>
      <p:pic>
        <p:nvPicPr>
          <p:cNvPr id="3" name="Picture 2" descr="wiki-web-template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728" y="1005840"/>
            <a:ext cx="6282237" cy="5532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